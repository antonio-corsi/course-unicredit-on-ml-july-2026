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49E5EBB-B929-50A8-26F4-179EF799B7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6AC2D33-962F-5CE9-A289-EF51630A48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86859A2-C500-4AC5-8439-AF6250134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5E13-8170-4B6F-8A29-1286FA44B954}" type="datetimeFigureOut">
              <a:rPr lang="it-IT" smtClean="0"/>
              <a:t>16/07/2026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79954FB-A1CD-2284-F247-93D917F64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D64C15A-0C8F-3E8A-1092-FBCB4CD6E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55688-7CB6-4E63-96F7-AB61B083683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69320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E6EE049-999B-6EE9-DEBB-90E8AC799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2AC19DE-06DF-0C2B-7F34-27529C5DF1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4E5D52D-2F22-4278-EF37-A331BA224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5E13-8170-4B6F-8A29-1286FA44B954}" type="datetimeFigureOut">
              <a:rPr lang="it-IT" smtClean="0"/>
              <a:t>16/07/2026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C04A861-E173-9F10-6849-8391F40F0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666D035-AACD-B71A-3BB6-614B3DDC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55688-7CB6-4E63-96F7-AB61B083683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67789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A039D98-28CA-8354-B664-C19B8E60C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5989A9-4CA5-DFA9-124F-8308F26D6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A21D9B9-ECDB-CC49-D279-0EC00FD55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5E13-8170-4B6F-8A29-1286FA44B954}" type="datetimeFigureOut">
              <a:rPr lang="it-IT" smtClean="0"/>
              <a:t>16/07/2026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C89ACC6-2E78-A817-42BF-254AF559F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201EE1A-F0B6-EAE1-0F31-3DA826525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55688-7CB6-4E63-96F7-AB61B083683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55686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B81B94D-97ED-C001-37EC-9DEB6BD01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4FA5935-C351-42D4-1E1C-20771B5C51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06C02EE-7377-F8FC-48CE-76F790E736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C89A78A-4F88-6D3F-DDB1-5013C2AC7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5E13-8170-4B6F-8A29-1286FA44B954}" type="datetimeFigureOut">
              <a:rPr lang="it-IT" smtClean="0"/>
              <a:t>16/07/2026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CB7C42F-C2AE-189C-1E55-1120AE7BF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A6B704E-81C2-92A0-7C4B-7A03A030E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55688-7CB6-4E63-96F7-AB61B083683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38236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92EB5A1-9048-3D9C-EBC9-847888E7C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ADFC1FA-136A-714F-F959-738549E2D8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D12907A-FD33-91B7-7488-FD057BF614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AF65F706-1B72-3255-A71B-ED9D66478D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06F0D5F3-09AC-5450-7354-2B9C29BB46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90FE6606-C5E7-85BA-1104-FD63808B0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5E13-8170-4B6F-8A29-1286FA44B954}" type="datetimeFigureOut">
              <a:rPr lang="it-IT" smtClean="0"/>
              <a:t>16/07/2026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8916594A-00D9-BA3F-CB82-DA4B5410B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FF0E7824-529E-23DA-9720-402FAA5C2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55688-7CB6-4E63-96F7-AB61B083683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36251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CD62201-92B6-F3F4-F964-3FD7127E3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9030962-CE57-36B0-DD23-3DA0B258F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5E13-8170-4B6F-8A29-1286FA44B954}" type="datetimeFigureOut">
              <a:rPr lang="it-IT" smtClean="0"/>
              <a:t>16/07/2026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0A0EFDA-ABD3-D056-E7A0-F3B05A6A7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B1F51C3-E8ED-A516-9A02-89D2FE717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55688-7CB6-4E63-96F7-AB61B083683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92658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B00DA68B-4646-FE03-ACD3-365D89F82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5E13-8170-4B6F-8A29-1286FA44B954}" type="datetimeFigureOut">
              <a:rPr lang="it-IT" smtClean="0"/>
              <a:t>16/07/2026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C5AE9F92-E1B3-C912-2C4F-C7C5C01D6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F35EDDD-8966-18CF-F78A-1392ECDB9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55688-7CB6-4E63-96F7-AB61B083683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00448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7AFDEB2-B25B-C619-30BE-683E7C4A1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70E641C-3A8B-739B-C211-26878C627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62C4A1D-D275-38D6-1C6D-A4F85388B2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DE8B79B-D7DB-097B-5DD2-B28542564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5E13-8170-4B6F-8A29-1286FA44B954}" type="datetimeFigureOut">
              <a:rPr lang="it-IT" smtClean="0"/>
              <a:t>16/07/2026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7FDDB1B-92A5-DC58-0253-FE27B283D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3D9D994-6170-A624-4C7F-6E9B1D882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55688-7CB6-4E63-96F7-AB61B083683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7232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3D2B8FC-B413-9313-59D0-87FB9A86B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CBC35992-5410-20AF-A637-EC2F89B7C9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460FB9E-1EEB-DFBB-9BBA-60F3A0B9FC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8EB7FA5-2B20-6014-DBBE-747DD0067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5E13-8170-4B6F-8A29-1286FA44B954}" type="datetimeFigureOut">
              <a:rPr lang="it-IT" smtClean="0"/>
              <a:t>16/07/2026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B9E68AA-F668-C881-36C3-C2A5F4D89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5274657-2AB6-409E-2690-0DE4E367B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55688-7CB6-4E63-96F7-AB61B083683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39571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A2BC05A-87C8-E4FB-715E-FCE42B8CE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71FAD7D-BB9A-0ED7-2541-F703F98F87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ED08778-97D0-EA70-5361-3F5306ABE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5E13-8170-4B6F-8A29-1286FA44B954}" type="datetimeFigureOut">
              <a:rPr lang="it-IT" smtClean="0"/>
              <a:t>16/07/2026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574DC13-97F4-CCAC-1340-D2419B499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E3CB67C-F20B-B45B-4C39-CE7548449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55688-7CB6-4E63-96F7-AB61B083683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24777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07277E5-ED8A-87C1-08CE-98BE67FAD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3750BCE-9A24-238A-33D8-041150C656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27A6836-C5A1-5C73-4E34-D1776BC6A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5E13-8170-4B6F-8A29-1286FA44B954}" type="datetimeFigureOut">
              <a:rPr lang="it-IT" smtClean="0"/>
              <a:t>16/07/2026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35BE27F-88FC-EDEE-E0AC-DB4F207DB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3B05BAA-CD7E-A5E7-9ECA-B968B730A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55688-7CB6-4E63-96F7-AB61B083683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36557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985DA40A-D2F1-5901-BF6F-ADB114B06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C0DFCF9-FE0A-1FEE-3E1A-3DCCD49237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3CA2E47-CE43-5D2C-0ECB-84626FB575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735E13-8170-4B6F-8A29-1286FA44B954}" type="datetimeFigureOut">
              <a:rPr lang="it-IT" smtClean="0"/>
              <a:t>16/07/2026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8ED796A-67BB-BECE-A9A4-E6BA1B0949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0DA25F9-4CB3-7DC7-DD7A-5D91D00057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755688-7CB6-4E63-96F7-AB61B083683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63451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DE61A851-1BF4-FB57-3BA5-E8F1685F75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0775336"/>
              </p:ext>
            </p:extLst>
          </p:nvPr>
        </p:nvGraphicFramePr>
        <p:xfrm>
          <a:off x="1736725" y="1119716"/>
          <a:ext cx="8127999" cy="350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50982660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24398707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8008379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Criterion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Excel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Orange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0271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err="1"/>
                        <a:t>Intent</a:t>
                      </a:r>
                      <a:r>
                        <a:rPr lang="it-IT" dirty="0"/>
                        <a:t> / </a:t>
                      </a:r>
                      <a:r>
                        <a:rPr lang="it-IT" dirty="0" err="1"/>
                        <a:t>purpose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Data-entry &amp; data </a:t>
                      </a:r>
                      <a:r>
                        <a:rPr lang="it-IT" dirty="0" err="1"/>
                        <a:t>manipulation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Data Analytics &amp; </a:t>
                      </a:r>
                      <a:r>
                        <a:rPr lang="it-IT" dirty="0" err="1"/>
                        <a:t>Modeling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78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err="1"/>
                        <a:t>Modeling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Poor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Strong support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4180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Plots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Basic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Advanced and interactive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2897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Size of data 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Medium-to-large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Small-to-medium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3884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Learning curve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Fast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851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Python extensions (for </a:t>
                      </a:r>
                      <a:r>
                        <a:rPr lang="it-IT" dirty="0" err="1"/>
                        <a:t>customization</a:t>
                      </a:r>
                      <a:r>
                        <a:rPr lang="it-IT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Yes (cloud </a:t>
                      </a:r>
                      <a:r>
                        <a:rPr lang="it-IT" dirty="0" err="1"/>
                        <a:t>version</a:t>
                      </a:r>
                      <a:r>
                        <a:rPr lang="it-IT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4045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/>
                        <a:t>Priced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Free open-source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5769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3201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D3A9C760-ABFA-A173-7352-4307B00AC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646" y="0"/>
            <a:ext cx="97067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1051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50</Words>
  <Application>Microsoft Office PowerPoint</Application>
  <PresentationFormat>Widescreen</PresentationFormat>
  <Paragraphs>24</Paragraphs>
  <Slides>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di Office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Antonio Piemontese</dc:creator>
  <cp:lastModifiedBy>Antonio Piemontese</cp:lastModifiedBy>
  <cp:revision>2</cp:revision>
  <dcterms:created xsi:type="dcterms:W3CDTF">2026-07-16T11:18:33Z</dcterms:created>
  <dcterms:modified xsi:type="dcterms:W3CDTF">2026-07-16T11:23:46Z</dcterms:modified>
</cp:coreProperties>
</file>