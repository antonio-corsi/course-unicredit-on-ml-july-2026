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88163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0B9F0F-D4E5-4BAD-D704-7EA95658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D079DC3-1E2D-697C-53E7-091CEA9BC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16279E-F0D0-BEFA-F064-6376698E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3B702F-E353-4FEE-653C-1549CBBC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244C8B-9A9F-D1ED-DA69-59CA1A82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036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611932-010F-C564-9965-7024A086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95F20D-7EF7-C678-9D2F-171F50D70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E1DCAF-688A-F7D9-5A57-79A93059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FB12F75-1493-7644-A0FE-EB1B571A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A37C40-8279-0DDE-1278-F024EA28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865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519CA8-2FC1-5D82-5E48-53A973AB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BA30CD-0CAC-1D0E-C637-50BFF6216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621557-9A70-7ADE-CD3B-49598DC0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919C39-FFC1-F599-CA01-6DE6981A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E7450C-610D-7D2A-B70C-EBA674A3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14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15F57-2362-5E80-B713-E5D8657A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6F07BC-7881-010C-D54D-0A8E277AC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96EBE93-41DE-0797-43A8-C7EF7CB0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7A07FA-5EE1-7721-1312-07284768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57C85FF-9BC3-F466-24F3-0B290023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47AEA7-36BF-78AE-5DE5-BC74EBC8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258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3667C4-FC47-5FC4-0852-9C410244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FC92BA-F418-C751-0D0E-4C239ED76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DEEC4E-406E-74A6-1994-25C323424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798A418-E648-1D56-4AC9-0205215DC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AD4DD53-D6C7-BAF9-318E-D1D5C6BE1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F2B1143-E7F9-0C8F-E3A9-DE172591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A967E12-ED0B-2E47-8FD0-2A57805D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ADAE92A-81C7-D8FB-1175-B27EEED1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741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BC94F0-2FFF-D56D-CD16-DC95BD75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01943D3-BAAD-9F54-83E4-5803A210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8ECBD9-6659-EAB6-A90D-E236D454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755B54E-94A3-251E-59D5-BDE52D0A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28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87F5723-CFD4-9344-C5E5-580DAAB7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7BE7B80-AB56-FBCF-3CDF-B5E145AD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5F5395-56B7-3DD7-37B3-9F8ADD1E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471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462C67-1690-5D99-4972-B839F540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B67761-21BD-6119-6AEB-5062CE3A1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9F54965-4079-8918-9CFD-EFEBDAC0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502CA6-E185-42C5-A8C0-B0C89F16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EC400B8-D88E-425B-1760-4FD97ED4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57C261-E24E-7ED7-2CC0-FE2CA9D3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371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273708-2EEE-3873-2324-D8484138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355B0C4-0CE1-B80B-A06F-A99730633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48AD5CF-72F1-6AD6-07BE-B2628B0D2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CC238D-E0FD-8988-EA33-DE2332EE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DB2462-8097-96C8-5BBA-EF1BEFBA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9222BC-EC67-96B3-40E1-07FB208E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194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A59905-EE0F-82C9-BC79-9EBA742B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9EFC75-3C8A-295F-E8D9-666AB50C9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B44738-CB8D-D060-3E60-28B9F441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BDD713-F4CA-D0D7-7D2C-E55A8EF8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7639B5-4BEE-437A-6865-DE024703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12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3C87AB7-F97D-1DC6-445E-2148A55AA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6BB6ED-11B0-EFB6-B15A-6A3E827FD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843DBB-E080-EDBB-DAF6-15F4BB74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303890-2298-ACA5-5A21-B670B715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5B4D24-CEAE-5953-596A-CC719A67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65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1AADA2-C1B2-8513-36AF-DCF334BA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F209B5-2571-68EC-F218-6088384E9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E3FD33-4E9F-07D9-4CAF-112312A1C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6E47-37CC-41A2-A963-101C75CDA8E2}" type="datetimeFigureOut">
              <a:rPr lang="it-IT" smtClean="0"/>
              <a:t>19/01/2025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E15EED-73A1-6B48-1BD8-A38082613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F31C9-25FF-0B5A-37DD-741223FDA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8A690-741E-4E4F-BD59-091C6DF3FA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051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Iris_flower_data_set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c/boston-housin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aggle.com/c/boston-housing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27450AC-B05E-FFCF-3BE1-E77B8CA22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79" y="93464"/>
            <a:ext cx="5114061" cy="283651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AB96CA0-1C6F-C823-CC6B-386AF4F2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52" y="3012155"/>
            <a:ext cx="4723809" cy="375238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0D0A610-2BE0-54C4-9B6E-368D1501D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3464"/>
            <a:ext cx="5811343" cy="5914330"/>
          </a:xfrm>
          <a:prstGeom prst="rect">
            <a:avLst/>
          </a:prstGeom>
        </p:spPr>
      </p:pic>
      <p:sp>
        <p:nvSpPr>
          <p:cNvPr id="8" name="Rettangolo con angoli arrotondati 7">
            <a:hlinkClick r:id="rId5"/>
            <a:extLst>
              <a:ext uri="{FF2B5EF4-FFF2-40B4-BE49-F238E27FC236}">
                <a16:creationId xmlns:a16="http://schemas.microsoft.com/office/drawing/2014/main" id="{385DF509-4743-46B3-A01E-67B6FAFC3067}"/>
              </a:ext>
            </a:extLst>
          </p:cNvPr>
          <p:cNvSpPr/>
          <p:nvPr/>
        </p:nvSpPr>
        <p:spPr>
          <a:xfrm>
            <a:off x="10806889" y="5980027"/>
            <a:ext cx="1246909" cy="7943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Wikipedia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3C6D7F4-5413-1454-EAC5-3AC0BB8365A7}"/>
              </a:ext>
            </a:extLst>
          </p:cNvPr>
          <p:cNvSpPr txBox="1"/>
          <p:nvPr/>
        </p:nvSpPr>
        <p:spPr>
          <a:xfrm>
            <a:off x="5557874" y="0"/>
            <a:ext cx="783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iris</a:t>
            </a:r>
          </a:p>
        </p:txBody>
      </p:sp>
    </p:spTree>
    <p:extLst>
      <p:ext uri="{BB962C8B-B14F-4D97-AF65-F5344CB8AC3E}">
        <p14:creationId xmlns:p14="http://schemas.microsoft.com/office/powerpoint/2010/main" val="404563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hlinkClick r:id="rId2"/>
            <a:extLst>
              <a:ext uri="{FF2B5EF4-FFF2-40B4-BE49-F238E27FC236}">
                <a16:creationId xmlns:a16="http://schemas.microsoft.com/office/drawing/2014/main" id="{7D9BC2F9-DC84-74C1-1507-8B96436D7B9A}"/>
              </a:ext>
            </a:extLst>
          </p:cNvPr>
          <p:cNvSpPr/>
          <p:nvPr/>
        </p:nvSpPr>
        <p:spPr>
          <a:xfrm>
            <a:off x="10806889" y="5980027"/>
            <a:ext cx="1246909" cy="7943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</a:t>
            </a:r>
            <a:r>
              <a:rPr lang="it-IT" dirty="0" err="1"/>
              <a:t>kaggle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8241F01-7DA1-6F13-2306-B8836478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76" y="83646"/>
            <a:ext cx="5364922" cy="540789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F349EC6-6030-F02A-470A-1D4B82204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562"/>
            <a:ext cx="6688876" cy="334443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C76B0C7-D156-CAF4-B445-2121CB9E4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62" y="3429000"/>
            <a:ext cx="4730311" cy="3429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9BC1685-7FD7-171F-606A-77A4C566955D}"/>
              </a:ext>
            </a:extLst>
          </p:cNvPr>
          <p:cNvSpPr txBox="1"/>
          <p:nvPr/>
        </p:nvSpPr>
        <p:spPr>
          <a:xfrm>
            <a:off x="4878549" y="0"/>
            <a:ext cx="18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(Boston) housing</a:t>
            </a:r>
          </a:p>
        </p:txBody>
      </p:sp>
    </p:spTree>
    <p:extLst>
      <p:ext uri="{BB962C8B-B14F-4D97-AF65-F5344CB8AC3E}">
        <p14:creationId xmlns:p14="http://schemas.microsoft.com/office/powerpoint/2010/main" val="166548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DFB31F9-074C-F117-4974-FB6B8B5B8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6190" cy="88571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FB32DE0-AB37-FD50-DC8C-9256E6503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432" y="238040"/>
            <a:ext cx="6685568" cy="52990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3926C4C-D79C-6483-5535-C0243AC59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947229"/>
            <a:ext cx="5506432" cy="487265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8126258-86B3-890A-F2A5-9A0010FED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8080" y="3618398"/>
            <a:ext cx="3514250" cy="323960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5BAAC3B-B730-F8B4-9EEB-A7AA7C903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176" y="885714"/>
            <a:ext cx="3361277" cy="30884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B1453FD-7662-1E9A-1DF5-BDE9EAAEA6DB}"/>
              </a:ext>
            </a:extLst>
          </p:cNvPr>
          <p:cNvSpPr txBox="1"/>
          <p:nvPr/>
        </p:nvSpPr>
        <p:spPr>
          <a:xfrm>
            <a:off x="9800756" y="3249066"/>
            <a:ext cx="153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C00000"/>
                </a:solidFill>
              </a:rPr>
              <a:t>CreditCat</a:t>
            </a:r>
            <a:endParaRPr lang="it-IT" b="1" i="1" dirty="0">
              <a:solidFill>
                <a:srgbClr val="C00000"/>
              </a:solidFill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81B25B69-6F21-8746-568E-6793ACD2C7CF}"/>
              </a:ext>
            </a:extLst>
          </p:cNvPr>
          <p:cNvCxnSpPr/>
          <p:nvPr/>
        </p:nvCxnSpPr>
        <p:spPr>
          <a:xfrm>
            <a:off x="4701309" y="3860799"/>
            <a:ext cx="40775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D4057BB-CEA3-DBEC-798C-B769C080ABD6}"/>
              </a:ext>
            </a:extLst>
          </p:cNvPr>
          <p:cNvCxnSpPr/>
          <p:nvPr/>
        </p:nvCxnSpPr>
        <p:spPr>
          <a:xfrm>
            <a:off x="8133213" y="6645563"/>
            <a:ext cx="40775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93C68E0-DA9A-24A0-4C40-355C4063BED5}"/>
              </a:ext>
            </a:extLst>
          </p:cNvPr>
          <p:cNvSpPr txBox="1"/>
          <p:nvPr/>
        </p:nvSpPr>
        <p:spPr>
          <a:xfrm>
            <a:off x="951346" y="1357744"/>
            <a:ext cx="41563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100" dirty="0"/>
              <a:t>400</a:t>
            </a:r>
            <a:endParaRPr lang="it-IT" sz="1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39C8B09-287C-9ED7-8F07-A2AE683971D0}"/>
              </a:ext>
            </a:extLst>
          </p:cNvPr>
          <p:cNvSpPr txBox="1"/>
          <p:nvPr/>
        </p:nvSpPr>
        <p:spPr>
          <a:xfrm>
            <a:off x="2873190" y="1366980"/>
            <a:ext cx="66433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100" dirty="0"/>
              <a:t>12</a:t>
            </a:r>
            <a:endParaRPr lang="it-IT" sz="14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A31B05A-0293-92A5-EEA2-0A90FFE882F2}"/>
              </a:ext>
            </a:extLst>
          </p:cNvPr>
          <p:cNvSpPr txBox="1"/>
          <p:nvPr/>
        </p:nvSpPr>
        <p:spPr>
          <a:xfrm>
            <a:off x="6250812" y="3995640"/>
            <a:ext cx="153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Credit</a:t>
            </a:r>
          </a:p>
        </p:txBody>
      </p:sp>
    </p:spTree>
    <p:extLst>
      <p:ext uri="{BB962C8B-B14F-4D97-AF65-F5344CB8AC3E}">
        <p14:creationId xmlns:p14="http://schemas.microsoft.com/office/powerpoint/2010/main" val="90009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CD457A0-4138-4810-9AAE-5D9A32413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4" y="617731"/>
            <a:ext cx="4246611" cy="406747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403109-23F0-C38E-DEF3-9ED539E17E08}"/>
              </a:ext>
            </a:extLst>
          </p:cNvPr>
          <p:cNvSpPr txBox="1"/>
          <p:nvPr/>
        </p:nvSpPr>
        <p:spPr>
          <a:xfrm>
            <a:off x="5190836" y="0"/>
            <a:ext cx="181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case NY-SF</a:t>
            </a:r>
          </a:p>
        </p:txBody>
      </p:sp>
    </p:spTree>
    <p:extLst>
      <p:ext uri="{BB962C8B-B14F-4D97-AF65-F5344CB8AC3E}">
        <p14:creationId xmlns:p14="http://schemas.microsoft.com/office/powerpoint/2010/main" val="25299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DC52B96-0329-58B5-5549-2BA8076A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93" y="1218382"/>
            <a:ext cx="4434790" cy="511232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349322A-CE6D-5E91-0D2A-920962C7A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93" y="0"/>
            <a:ext cx="7066667" cy="99047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91478F9-86AC-0D8E-505D-AED4394E5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210" y="990476"/>
            <a:ext cx="7336790" cy="183197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3FD7132-8B0E-AFB6-1714-C101B71AD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924" y="0"/>
            <a:ext cx="1180952" cy="495238"/>
          </a:xfrm>
          <a:prstGeom prst="rect">
            <a:avLst/>
          </a:prstGeom>
        </p:spPr>
      </p:pic>
      <p:sp>
        <p:nvSpPr>
          <p:cNvPr id="8" name="Rettangolo con angoli arrotondati 7">
            <a:hlinkClick r:id="rId6"/>
            <a:extLst>
              <a:ext uri="{FF2B5EF4-FFF2-40B4-BE49-F238E27FC236}">
                <a16:creationId xmlns:a16="http://schemas.microsoft.com/office/drawing/2014/main" id="{C1DB3C29-9748-AA94-3D7C-E40C33C0BA94}"/>
              </a:ext>
            </a:extLst>
          </p:cNvPr>
          <p:cNvSpPr/>
          <p:nvPr/>
        </p:nvSpPr>
        <p:spPr>
          <a:xfrm>
            <a:off x="10806889" y="5980027"/>
            <a:ext cx="1246909" cy="7943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</a:t>
            </a:r>
            <a:r>
              <a:rPr lang="it-IT" dirty="0" err="1"/>
              <a:t>kaggle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5F89B33-4AC1-5E7D-CBB2-218DDA7807DC}"/>
              </a:ext>
            </a:extLst>
          </p:cNvPr>
          <p:cNvSpPr txBox="1"/>
          <p:nvPr/>
        </p:nvSpPr>
        <p:spPr>
          <a:xfrm>
            <a:off x="308993" y="6405022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16 feature + 1 risposta categorica (7 classi): </a:t>
            </a:r>
            <a:r>
              <a:rPr lang="it-IT" b="1" i="1" dirty="0" err="1">
                <a:solidFill>
                  <a:srgbClr val="C00000"/>
                </a:solidFill>
              </a:rPr>
              <a:t>type</a:t>
            </a:r>
            <a:endParaRPr lang="it-IT" b="1" i="1" dirty="0">
              <a:solidFill>
                <a:srgbClr val="C00000"/>
              </a:solidFill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1069835-8324-E5CB-4546-16A88E09BD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0268" y="3190594"/>
            <a:ext cx="7017166" cy="191491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B16084-FEF9-B7F1-4CB1-685AE1904CD4}"/>
              </a:ext>
            </a:extLst>
          </p:cNvPr>
          <p:cNvSpPr txBox="1"/>
          <p:nvPr/>
        </p:nvSpPr>
        <p:spPr>
          <a:xfrm>
            <a:off x="7871132" y="62953"/>
            <a:ext cx="8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zoo</a:t>
            </a:r>
          </a:p>
        </p:txBody>
      </p:sp>
    </p:spTree>
    <p:extLst>
      <p:ext uri="{BB962C8B-B14F-4D97-AF65-F5344CB8AC3E}">
        <p14:creationId xmlns:p14="http://schemas.microsoft.com/office/powerpoint/2010/main" val="311116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29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6</cp:revision>
  <cp:lastPrinted>2025-01-14T15:35:46Z</cp:lastPrinted>
  <dcterms:created xsi:type="dcterms:W3CDTF">2025-01-14T14:46:40Z</dcterms:created>
  <dcterms:modified xsi:type="dcterms:W3CDTF">2025-01-19T21:50:44Z</dcterms:modified>
</cp:coreProperties>
</file>