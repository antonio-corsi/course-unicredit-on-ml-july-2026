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8" r:id="rId4"/>
    <p:sldId id="257" r:id="rId5"/>
    <p:sldId id="259" r:id="rId6"/>
    <p:sldId id="260" r:id="rId7"/>
    <p:sldId id="269" r:id="rId8"/>
    <p:sldId id="262" r:id="rId9"/>
    <p:sldId id="263" r:id="rId10"/>
    <p:sldId id="270" r:id="rId11"/>
    <p:sldId id="264" r:id="rId12"/>
    <p:sldId id="265" r:id="rId13"/>
    <p:sldId id="267" r:id="rId14"/>
    <p:sldId id="271" r:id="rId15"/>
    <p:sldId id="268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DDD8A28-F2D0-A8EF-74DE-AF054BAFFF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0F00EAA-9105-DC83-26B7-03DDA5B01A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931FA7-BD19-B460-1378-5F7A03EF8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B404015-B62A-7C6D-9A87-05BC0783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9B0354-C9A1-E1E3-B64A-F95926618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4477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1E0C08-E652-ED14-7B73-1A565DAB3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A165FF-A89D-AC30-62B4-B74F3BEA8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2E69CD-84D1-8C1C-D29B-C052FB2B5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90273BA-55DB-C7E2-628B-16AF89B16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E21AF4E-260F-CD55-2840-6BB298793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211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FBC00E-4D72-F770-748E-2BB7ECE87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96BB249-F6F3-CA26-662D-708A149CF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0E6B271-23C3-A7F7-B193-B9E8C619D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FA323FD-B9C2-E1EA-04E2-F90721A52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99B6E73-0C7C-422E-E3AA-D995930CD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8717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CF752B-93DB-CF1E-8050-81DDECEC5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10DEC1-B04F-D001-5C3A-213198EB01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566BB3-8DAD-34DD-1210-5B0CFD1405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838B0ED-9850-DE8A-BCC8-DE892EE14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74AA5CB-4DFF-1DD7-59DF-C2BD6240B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51887B-134F-7B86-0777-5A3F2E9C6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5819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ED4ED7-0096-39EF-073D-22AB12F63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5D69747-46EA-664B-3304-C3249A30C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B703E17-97DE-809C-ED54-8CBE1B0BA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68A97CA-E997-C32D-5A8F-59226D37DE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8C0C27B-DE7B-D299-381B-8E788CAA03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73B37DC-D47E-B7C3-4047-BCB24941D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7219B03-1CEF-6D78-CC0B-4B9FBC56C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63E6C27-445F-1D5A-3C3B-85AAFDF49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2159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E68FB3-1CCE-2781-8287-2D64CA451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29C589A-F6D8-8789-23A4-C34E6AC93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F4A1115-988C-168F-47EB-B50A7E598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86AA823-9237-CD9B-5799-7289BCFF1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1173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3E00184-2083-3839-FFE0-7C64EB58C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65F387B-99DC-9624-5AEE-C6D401C0B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86BDEB4-1673-0C26-292E-1C80EB762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8230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24538D-3705-517E-BC3D-66BDF3F10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858CACE-BF59-4967-8E27-F5E61C04D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A0CD717-FB35-EC4E-AEFA-347E4AD775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B8348C3-23AC-5600-D5C7-298EEDCE9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EF0D6FD-0BE5-03BB-273D-4752E7BE0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E8016E-D515-7C8B-7D95-92D3ECBA9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52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F0D370D-4218-B3D9-9A56-52418E9C0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E58F8E-CED9-18F7-B5CD-97F66D47AD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80B98D1-5211-28E6-D5AA-6393A13063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C8F3B7-A98D-4597-CBC4-936060FD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2BB3755-CC8C-72A3-B1D3-C4020ABF2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1498E3F-BF1F-CDA4-1F5C-D47DD202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86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CF2072-24D6-5209-1E4F-41A954B32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A804342-D161-F75B-7801-38612F2FD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B426676-C5CB-E510-83ED-BADF27D2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77BBF0C-6D63-0D02-D69F-3334C1932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ED9B276-4CAB-97D5-5C7B-9E42B33C8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78848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10EAB0CE-885F-04B2-2135-20080EF621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F8B2113-894D-31DD-9D2B-78231F9825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57A19F-0076-A631-100A-F4DCF307D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969E21-F6F6-D005-D8E2-0EC6800AA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F9121DD-A72C-2301-AE4A-3FA29C052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76317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7D79299-BE29-E7DF-1358-48F3EB4DC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38050C4-58E9-EBAD-7B9E-1408F864B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C217F5-1383-D5C8-2CC1-653FCC06D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172CB4-7388-4550-9963-851F3F635116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E105086-C4CD-C7AD-2F48-105F26851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59CD187-9EC6-0158-64F1-46F3EB4FB0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6AA324-29A7-4C5C-B39E-D8B40AECB85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37849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EF7F89B-4EDA-9BE3-9127-23A1BA12D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666" y="2952809"/>
            <a:ext cx="6066667" cy="952381"/>
          </a:xfrm>
          <a:prstGeom prst="rect">
            <a:avLst/>
          </a:prstGeom>
        </p:spPr>
      </p:pic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4DCFE62D-53E3-91BC-531A-E178139B66C2}"/>
              </a:ext>
            </a:extLst>
          </p:cNvPr>
          <p:cNvCxnSpPr/>
          <p:nvPr/>
        </p:nvCxnSpPr>
        <p:spPr>
          <a:xfrm>
            <a:off x="6591300" y="3781425"/>
            <a:ext cx="164782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4324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lemento grafico 4">
            <a:extLst>
              <a:ext uri="{FF2B5EF4-FFF2-40B4-BE49-F238E27FC236}">
                <a16:creationId xmlns:a16="http://schemas.microsoft.com/office/drawing/2014/main" id="{406F3008-6838-CEB3-C27B-842C1C699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162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0FD23C2-8536-1F9B-AF3D-BE9ED8A4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9615"/>
            <a:ext cx="12192000" cy="5658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76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2A183E48-5323-15DC-FA94-232457987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1" y="103150"/>
            <a:ext cx="5829298" cy="38323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40AC7CA-E45A-0802-7733-9833CEF78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9000"/>
            <a:ext cx="5627172" cy="3314858"/>
          </a:xfrm>
          <a:prstGeom prst="rect">
            <a:avLst/>
          </a:prstGeom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F4503CB5-EF73-6EE3-09D3-C86B77C504E0}"/>
              </a:ext>
            </a:extLst>
          </p:cNvPr>
          <p:cNvCxnSpPr/>
          <p:nvPr/>
        </p:nvCxnSpPr>
        <p:spPr>
          <a:xfrm>
            <a:off x="314325" y="1190625"/>
            <a:ext cx="143827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9ECEBCBA-37A3-3D43-BA4B-35EA32F1D8C1}"/>
              </a:ext>
            </a:extLst>
          </p:cNvPr>
          <p:cNvCxnSpPr/>
          <p:nvPr/>
        </p:nvCxnSpPr>
        <p:spPr>
          <a:xfrm>
            <a:off x="6598416" y="5267325"/>
            <a:ext cx="2547992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199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2385CE1-0B3D-5991-348E-1A1B74F15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238" y="2857571"/>
            <a:ext cx="6009524" cy="1142857"/>
          </a:xfrm>
          <a:prstGeom prst="rect">
            <a:avLst/>
          </a:prstGeom>
        </p:spPr>
      </p:pic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BDC340D1-D79A-3D45-41D9-1F6034185989}"/>
              </a:ext>
            </a:extLst>
          </p:cNvPr>
          <p:cNvCxnSpPr/>
          <p:nvPr/>
        </p:nvCxnSpPr>
        <p:spPr>
          <a:xfrm>
            <a:off x="7490644" y="3200400"/>
            <a:ext cx="112548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282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5974EC0-B6A9-A406-32F8-87854755D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952" y="243285"/>
            <a:ext cx="6838095" cy="6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51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Elemento grafico 2">
            <a:extLst>
              <a:ext uri="{FF2B5EF4-FFF2-40B4-BE49-F238E27FC236}">
                <a16:creationId xmlns:a16="http://schemas.microsoft.com/office/drawing/2014/main" id="{0CF5E5F6-66A2-3331-2DBE-E3350E88E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83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8B956C3-BB31-A945-BCB8-0220D0364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952" y="3057571"/>
            <a:ext cx="6038095" cy="742857"/>
          </a:xfrm>
          <a:prstGeom prst="rect">
            <a:avLst/>
          </a:prstGeom>
        </p:spPr>
      </p:pic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FC3D1331-DE22-349B-FEC0-4505F6C9D10D}"/>
              </a:ext>
            </a:extLst>
          </p:cNvPr>
          <p:cNvCxnSpPr/>
          <p:nvPr/>
        </p:nvCxnSpPr>
        <p:spPr>
          <a:xfrm>
            <a:off x="3229093" y="3609975"/>
            <a:ext cx="136183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6433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77743D1A-BFF0-3DE3-8127-52C4F90F8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9333" y="919476"/>
            <a:ext cx="6933333" cy="5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421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Elemento grafico 2">
            <a:extLst>
              <a:ext uri="{FF2B5EF4-FFF2-40B4-BE49-F238E27FC236}">
                <a16:creationId xmlns:a16="http://schemas.microsoft.com/office/drawing/2014/main" id="{F072A514-1C64-007A-2089-DCE49C2B3F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881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31BE8F9-A535-A03E-FB49-F0D735A03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666" y="3057571"/>
            <a:ext cx="6066667" cy="742857"/>
          </a:xfrm>
          <a:prstGeom prst="rect">
            <a:avLst/>
          </a:prstGeom>
        </p:spPr>
      </p:pic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706F413A-8BDE-5463-5138-FBEEA095222C}"/>
              </a:ext>
            </a:extLst>
          </p:cNvPr>
          <p:cNvCxnSpPr/>
          <p:nvPr/>
        </p:nvCxnSpPr>
        <p:spPr>
          <a:xfrm>
            <a:off x="8123068" y="3429000"/>
            <a:ext cx="69883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44E2862-9B1B-5FBC-13BD-1F31431DB8D6}"/>
              </a:ext>
            </a:extLst>
          </p:cNvPr>
          <p:cNvCxnSpPr/>
          <p:nvPr/>
        </p:nvCxnSpPr>
        <p:spPr>
          <a:xfrm>
            <a:off x="3285538" y="3638550"/>
            <a:ext cx="525048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45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FFC7F960-A6BF-F6A7-7D0F-507663E44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19" y="266833"/>
            <a:ext cx="6704762" cy="21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6138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3B7FC49-C7C5-4B96-931C-9A092B6C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352" y="648018"/>
            <a:ext cx="7926669" cy="57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179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7FB1F951-28ED-F723-C93D-D40C5EB9B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28" y="1476619"/>
            <a:ext cx="8657143" cy="39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208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E217258-ACC1-B14B-09D1-BE4677865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381" y="824238"/>
            <a:ext cx="7295238" cy="5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5386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Piemontese</dc:creator>
  <cp:lastModifiedBy>Antonio Piemontese</cp:lastModifiedBy>
  <cp:revision>2</cp:revision>
  <dcterms:created xsi:type="dcterms:W3CDTF">2026-07-15T21:51:17Z</dcterms:created>
  <dcterms:modified xsi:type="dcterms:W3CDTF">2026-07-16T18:10:32Z</dcterms:modified>
</cp:coreProperties>
</file>