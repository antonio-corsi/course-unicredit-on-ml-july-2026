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1" r:id="rId2"/>
    <p:sldId id="256" r:id="rId3"/>
    <p:sldId id="258" r:id="rId4"/>
    <p:sldId id="257" r:id="rId5"/>
    <p:sldId id="259" r:id="rId6"/>
    <p:sldId id="260" r:id="rId7"/>
    <p:sldId id="269" r:id="rId8"/>
    <p:sldId id="262" r:id="rId9"/>
    <p:sldId id="263" r:id="rId10"/>
    <p:sldId id="270" r:id="rId11"/>
    <p:sldId id="264" r:id="rId12"/>
    <p:sldId id="265" r:id="rId13"/>
    <p:sldId id="267" r:id="rId14"/>
    <p:sldId id="268" r:id="rId15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99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DDD8A28-F2D0-A8EF-74DE-AF054BAFFF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10F00EAA-9105-DC83-26B7-03DDA5B01A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23931FA7-BD19-B460-1378-5F7A03EF8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172CB4-7388-4550-9963-851F3F635116}" type="datetimeFigureOut">
              <a:rPr lang="it-IT" smtClean="0"/>
              <a:t>15/07/2026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4B404015-B62A-7C6D-9A87-05BC078315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929B0354-C9A1-E1E3-B64A-F959266181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6AA324-29A7-4C5C-B39E-D8B40AECB85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344775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61E0C08-E652-ED14-7B73-1A565DAB3B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23A165FF-A89D-AC30-62B4-B74F3BEA8D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172E69CD-84D1-8C1C-D29B-C052FB2B58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172CB4-7388-4550-9963-851F3F635116}" type="datetimeFigureOut">
              <a:rPr lang="it-IT" smtClean="0"/>
              <a:t>15/07/2026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190273BA-55DB-C7E2-628B-16AF89B16D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EE21AF4E-260F-CD55-2840-6BB298793E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6AA324-29A7-4C5C-B39E-D8B40AECB85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421137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4FBC00E-4D72-F770-748E-2BB7ECE878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396BB249-F6F3-CA26-662D-708A149CF3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E0E6B271-23C3-A7F7-B193-B9E8C619DC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172CB4-7388-4550-9963-851F3F635116}" type="datetimeFigureOut">
              <a:rPr lang="it-IT" smtClean="0"/>
              <a:t>15/07/2026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AFA323FD-B9C2-E1EA-04E2-F90721A52B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599B6E73-0C7C-422E-E3AA-D995930CD4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6AA324-29A7-4C5C-B39E-D8B40AECB85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887176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9CF752B-93DB-CF1E-8050-81DDECEC55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A10DEC1-B04F-D001-5C3A-213198EB01E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92566BB3-8DAD-34DD-1210-5B0CFD1405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A838B0ED-9850-DE8A-BCC8-DE892EE14B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172CB4-7388-4550-9963-851F3F635116}" type="datetimeFigureOut">
              <a:rPr lang="it-IT" smtClean="0"/>
              <a:t>15/07/2026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E74AA5CB-4DFF-1DD7-59DF-C2BD6240BB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6451887B-134F-7B86-0777-5A3F2E9C69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6AA324-29A7-4C5C-B39E-D8B40AECB85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258192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6ED4ED7-0096-39EF-073D-22AB12F63B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45D69747-46EA-664B-3304-C3249A30C1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EB703E17-97DE-809C-ED54-8CBE1B0BA1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368A97CA-E997-C32D-5A8F-59226D37DE4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98C0C27B-DE7B-D299-381B-8E788CAA03B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173B37DC-D47E-B7C3-4047-BCB24941DA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172CB4-7388-4550-9963-851F3F635116}" type="datetimeFigureOut">
              <a:rPr lang="it-IT" smtClean="0"/>
              <a:t>15/07/2026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E7219B03-1CEF-6D78-CC0B-4B9FBC56C6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363E6C27-445F-1D5A-3C3B-85AAFDF498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6AA324-29A7-4C5C-B39E-D8B40AECB85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521597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DE68FB3-1CCE-2781-8287-2D64CA4515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A29C589A-F6D8-8789-23A4-C34E6AC93F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172CB4-7388-4550-9963-851F3F635116}" type="datetimeFigureOut">
              <a:rPr lang="it-IT" smtClean="0"/>
              <a:t>15/07/2026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7F4A1115-988C-168F-47EB-B50A7E5986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C86AA823-9237-CD9B-5799-7289BCFF1B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6AA324-29A7-4C5C-B39E-D8B40AECB85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611736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53E00184-2083-3839-FFE0-7C64EB58C3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172CB4-7388-4550-9963-851F3F635116}" type="datetimeFigureOut">
              <a:rPr lang="it-IT" smtClean="0"/>
              <a:t>15/07/2026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565F387B-99DC-9624-5AEE-C6D401C0B6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986BDEB4-1673-0C26-292E-1C80EB762B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6AA324-29A7-4C5C-B39E-D8B40AECB85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282309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924538D-3705-517E-BC3D-66BDF3F101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3858CACE-BF59-4967-8E27-F5E61C04D4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6A0CD717-FB35-EC4E-AEFA-347E4AD775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2B8348C3-23AC-5600-D5C7-298EEDCE9D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172CB4-7388-4550-9963-851F3F635116}" type="datetimeFigureOut">
              <a:rPr lang="it-IT" smtClean="0"/>
              <a:t>15/07/2026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AEF0D6FD-0BE5-03BB-273D-4752E7BE0A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A6E8016E-D515-7C8B-7D95-92D3ECBA98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6AA324-29A7-4C5C-B39E-D8B40AECB85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852895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F0D370D-4218-B3D9-9A56-52418E9C04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49E58F8E-CED9-18F7-B5CD-97F66D47AD8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C80B98D1-5211-28E6-D5AA-6393A13063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E1C8F3B7-A98D-4597-CBC4-936060FD1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172CB4-7388-4550-9963-851F3F635116}" type="datetimeFigureOut">
              <a:rPr lang="it-IT" smtClean="0"/>
              <a:t>15/07/2026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E2BB3755-CC8C-72A3-B1D3-C4020ABF2D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B1498E3F-BF1F-CDA4-1F5C-D47DD2027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6AA324-29A7-4C5C-B39E-D8B40AECB85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318685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9CF2072-24D6-5209-1E4F-41A954B32C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1A804342-D161-F75B-7801-38612F2FDC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B426676-C5CB-E510-83ED-BADF27D295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172CB4-7388-4550-9963-851F3F635116}" type="datetimeFigureOut">
              <a:rPr lang="it-IT" smtClean="0"/>
              <a:t>15/07/2026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F77BBF0C-6D63-0D02-D69F-3334C19323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5ED9B276-4CAB-97D5-5C7B-9E42B33C82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6AA324-29A7-4C5C-B39E-D8B40AECB85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788489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10EAB0CE-885F-04B2-2135-20080EF6212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AF8B2113-894D-31DD-9D2B-78231F9825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5057A19F-0076-A631-100A-F4DCF307D2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172CB4-7388-4550-9963-851F3F635116}" type="datetimeFigureOut">
              <a:rPr lang="it-IT" smtClean="0"/>
              <a:t>15/07/2026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09969E21-F6F6-D005-D8E2-0EC6800AA0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9F9121DD-A72C-2301-AE4A-3FA29C0526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6AA324-29A7-4C5C-B39E-D8B40AECB85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763179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17D79299-BE29-E7DF-1358-48F3EB4DC3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A38050C4-58E9-EBAD-7B9E-1408F864B7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0FC217F5-1383-D5C8-2CC1-653FCC06D3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1172CB4-7388-4550-9963-851F3F635116}" type="datetimeFigureOut">
              <a:rPr lang="it-IT" smtClean="0"/>
              <a:t>15/07/2026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1E105086-C4CD-C7AD-2F48-105F2685114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C59CD187-9EC6-0158-64F1-46F3EB4FB0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A6AA324-29A7-4C5C-B39E-D8B40AECB85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378499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>
            <a:extLst>
              <a:ext uri="{FF2B5EF4-FFF2-40B4-BE49-F238E27FC236}">
                <a16:creationId xmlns:a16="http://schemas.microsoft.com/office/drawing/2014/main" id="{6EF7F89B-4EDA-9BE3-9127-23A1BA12DB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2666" y="2952809"/>
            <a:ext cx="6066667" cy="952381"/>
          </a:xfrm>
          <a:prstGeom prst="rect">
            <a:avLst/>
          </a:prstGeom>
        </p:spPr>
      </p:pic>
      <p:cxnSp>
        <p:nvCxnSpPr>
          <p:cNvPr id="5" name="Connettore diritto 4">
            <a:extLst>
              <a:ext uri="{FF2B5EF4-FFF2-40B4-BE49-F238E27FC236}">
                <a16:creationId xmlns:a16="http://schemas.microsoft.com/office/drawing/2014/main" id="{4DCFE62D-53E3-91BC-531A-E178139B66C2}"/>
              </a:ext>
            </a:extLst>
          </p:cNvPr>
          <p:cNvCxnSpPr/>
          <p:nvPr/>
        </p:nvCxnSpPr>
        <p:spPr>
          <a:xfrm>
            <a:off x="6591300" y="3781425"/>
            <a:ext cx="1647825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443247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lemento grafico 4">
            <a:extLst>
              <a:ext uri="{FF2B5EF4-FFF2-40B4-BE49-F238E27FC236}">
                <a16:creationId xmlns:a16="http://schemas.microsoft.com/office/drawing/2014/main" id="{406F3008-6838-CEB3-C27B-842C1C69904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41621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>
            <a:extLst>
              <a:ext uri="{FF2B5EF4-FFF2-40B4-BE49-F238E27FC236}">
                <a16:creationId xmlns:a16="http://schemas.microsoft.com/office/drawing/2014/main" id="{A0FD23C2-8536-1F9B-AF3D-BE9ED8A42A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99615"/>
            <a:ext cx="12192000" cy="5658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8761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magine 4">
            <a:extLst>
              <a:ext uri="{FF2B5EF4-FFF2-40B4-BE49-F238E27FC236}">
                <a16:creationId xmlns:a16="http://schemas.microsoft.com/office/drawing/2014/main" id="{2A183E48-5323-15DC-FA94-232457987D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451" y="103150"/>
            <a:ext cx="5829298" cy="3832300"/>
          </a:xfrm>
          <a:prstGeom prst="rect">
            <a:avLst/>
          </a:prstGeom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640AC7CA-E45A-0802-7733-9833CEF78B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3429000"/>
            <a:ext cx="5627172" cy="3314858"/>
          </a:xfrm>
          <a:prstGeom prst="rect">
            <a:avLst/>
          </a:prstGeom>
        </p:spPr>
      </p:pic>
      <p:cxnSp>
        <p:nvCxnSpPr>
          <p:cNvPr id="9" name="Connettore diritto 8">
            <a:extLst>
              <a:ext uri="{FF2B5EF4-FFF2-40B4-BE49-F238E27FC236}">
                <a16:creationId xmlns:a16="http://schemas.microsoft.com/office/drawing/2014/main" id="{F4503CB5-EF73-6EE3-09D3-C86B77C504E0}"/>
              </a:ext>
            </a:extLst>
          </p:cNvPr>
          <p:cNvCxnSpPr/>
          <p:nvPr/>
        </p:nvCxnSpPr>
        <p:spPr>
          <a:xfrm>
            <a:off x="314325" y="1190625"/>
            <a:ext cx="1438275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ttore diritto 9">
            <a:extLst>
              <a:ext uri="{FF2B5EF4-FFF2-40B4-BE49-F238E27FC236}">
                <a16:creationId xmlns:a16="http://schemas.microsoft.com/office/drawing/2014/main" id="{9ECEBCBA-37A3-3D43-BA4B-35EA32F1D8C1}"/>
              </a:ext>
            </a:extLst>
          </p:cNvPr>
          <p:cNvCxnSpPr/>
          <p:nvPr/>
        </p:nvCxnSpPr>
        <p:spPr>
          <a:xfrm>
            <a:off x="6598416" y="5267325"/>
            <a:ext cx="2547992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671999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>
            <a:extLst>
              <a:ext uri="{FF2B5EF4-FFF2-40B4-BE49-F238E27FC236}">
                <a16:creationId xmlns:a16="http://schemas.microsoft.com/office/drawing/2014/main" id="{22385CE1-0B3D-5991-348E-1A1B74F15C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1238" y="2857571"/>
            <a:ext cx="6009524" cy="1142857"/>
          </a:xfrm>
          <a:prstGeom prst="rect">
            <a:avLst/>
          </a:prstGeom>
        </p:spPr>
      </p:pic>
      <p:cxnSp>
        <p:nvCxnSpPr>
          <p:cNvPr id="4" name="Connettore diritto 3">
            <a:extLst>
              <a:ext uri="{FF2B5EF4-FFF2-40B4-BE49-F238E27FC236}">
                <a16:creationId xmlns:a16="http://schemas.microsoft.com/office/drawing/2014/main" id="{BDC340D1-D79A-3D45-41D9-1F6034185989}"/>
              </a:ext>
            </a:extLst>
          </p:cNvPr>
          <p:cNvCxnSpPr/>
          <p:nvPr/>
        </p:nvCxnSpPr>
        <p:spPr>
          <a:xfrm>
            <a:off x="7490644" y="3200400"/>
            <a:ext cx="1125486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612821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>
            <a:extLst>
              <a:ext uri="{FF2B5EF4-FFF2-40B4-BE49-F238E27FC236}">
                <a16:creationId xmlns:a16="http://schemas.microsoft.com/office/drawing/2014/main" id="{A5974EC0-B6A9-A406-32F8-87854755D6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6952" y="243285"/>
            <a:ext cx="6838095" cy="6371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8512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Elemento grafico 2">
            <a:extLst>
              <a:ext uri="{FF2B5EF4-FFF2-40B4-BE49-F238E27FC236}">
                <a16:creationId xmlns:a16="http://schemas.microsoft.com/office/drawing/2014/main" id="{0CF5E5F6-66A2-3331-2DBE-E3350E88E9B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99831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>
            <a:extLst>
              <a:ext uri="{FF2B5EF4-FFF2-40B4-BE49-F238E27FC236}">
                <a16:creationId xmlns:a16="http://schemas.microsoft.com/office/drawing/2014/main" id="{68B956C3-BB31-A945-BCB8-0220D03643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6952" y="3057571"/>
            <a:ext cx="6038095" cy="742857"/>
          </a:xfrm>
          <a:prstGeom prst="rect">
            <a:avLst/>
          </a:prstGeom>
        </p:spPr>
      </p:pic>
      <p:cxnSp>
        <p:nvCxnSpPr>
          <p:cNvPr id="4" name="Connettore diritto 3">
            <a:extLst>
              <a:ext uri="{FF2B5EF4-FFF2-40B4-BE49-F238E27FC236}">
                <a16:creationId xmlns:a16="http://schemas.microsoft.com/office/drawing/2014/main" id="{FC3D1331-DE22-349B-FEC0-4505F6C9D10D}"/>
              </a:ext>
            </a:extLst>
          </p:cNvPr>
          <p:cNvCxnSpPr/>
          <p:nvPr/>
        </p:nvCxnSpPr>
        <p:spPr>
          <a:xfrm>
            <a:off x="3229093" y="3609975"/>
            <a:ext cx="1361839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746433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magine 4">
            <a:extLst>
              <a:ext uri="{FF2B5EF4-FFF2-40B4-BE49-F238E27FC236}">
                <a16:creationId xmlns:a16="http://schemas.microsoft.com/office/drawing/2014/main" id="{77743D1A-BFF0-3DE3-8127-52C4F90F87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9333" y="919476"/>
            <a:ext cx="6933333" cy="5019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24218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Elemento grafico 2">
            <a:extLst>
              <a:ext uri="{FF2B5EF4-FFF2-40B4-BE49-F238E27FC236}">
                <a16:creationId xmlns:a16="http://schemas.microsoft.com/office/drawing/2014/main" id="{F072A514-1C64-007A-2089-DCE49C2B3F0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28811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>
            <a:extLst>
              <a:ext uri="{FF2B5EF4-FFF2-40B4-BE49-F238E27FC236}">
                <a16:creationId xmlns:a16="http://schemas.microsoft.com/office/drawing/2014/main" id="{F31BE8F9-A535-A03E-FB49-F0D735A03E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2666" y="3057571"/>
            <a:ext cx="6066667" cy="742857"/>
          </a:xfrm>
          <a:prstGeom prst="rect">
            <a:avLst/>
          </a:prstGeom>
        </p:spPr>
      </p:pic>
      <p:cxnSp>
        <p:nvCxnSpPr>
          <p:cNvPr id="4" name="Connettore diritto 3">
            <a:extLst>
              <a:ext uri="{FF2B5EF4-FFF2-40B4-BE49-F238E27FC236}">
                <a16:creationId xmlns:a16="http://schemas.microsoft.com/office/drawing/2014/main" id="{706F413A-8BDE-5463-5138-FBEEA095222C}"/>
              </a:ext>
            </a:extLst>
          </p:cNvPr>
          <p:cNvCxnSpPr/>
          <p:nvPr/>
        </p:nvCxnSpPr>
        <p:spPr>
          <a:xfrm>
            <a:off x="8123068" y="3429000"/>
            <a:ext cx="698839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ttore diritto 4">
            <a:extLst>
              <a:ext uri="{FF2B5EF4-FFF2-40B4-BE49-F238E27FC236}">
                <a16:creationId xmlns:a16="http://schemas.microsoft.com/office/drawing/2014/main" id="{944E2862-9B1B-5FBC-13BD-1F31431DB8D6}"/>
              </a:ext>
            </a:extLst>
          </p:cNvPr>
          <p:cNvCxnSpPr/>
          <p:nvPr/>
        </p:nvCxnSpPr>
        <p:spPr>
          <a:xfrm>
            <a:off x="3285538" y="3638550"/>
            <a:ext cx="525048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64450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magine 4">
            <a:extLst>
              <a:ext uri="{FF2B5EF4-FFF2-40B4-BE49-F238E27FC236}">
                <a16:creationId xmlns:a16="http://schemas.microsoft.com/office/drawing/2014/main" id="{FFC7F960-A6BF-F6A7-7D0F-507663E445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119" y="266833"/>
            <a:ext cx="6704762" cy="2133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06138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magine 4">
            <a:extLst>
              <a:ext uri="{FF2B5EF4-FFF2-40B4-BE49-F238E27FC236}">
                <a16:creationId xmlns:a16="http://schemas.microsoft.com/office/drawing/2014/main" id="{93B7FC49-C7C5-4B96-931C-9A092B6C50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8878" y="648019"/>
            <a:ext cx="7057143" cy="5104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41793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>
            <a:extLst>
              <a:ext uri="{FF2B5EF4-FFF2-40B4-BE49-F238E27FC236}">
                <a16:creationId xmlns:a16="http://schemas.microsoft.com/office/drawing/2014/main" id="{AE217258-ACC1-B14B-09D1-BE46778658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8381" y="824238"/>
            <a:ext cx="7295238" cy="5209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653869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0</Words>
  <Application>Microsoft Office PowerPoint</Application>
  <PresentationFormat>Widescreen</PresentationFormat>
  <Paragraphs>0</Paragraphs>
  <Slides>14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14</vt:i4>
      </vt:variant>
    </vt:vector>
  </HeadingPairs>
  <TitlesOfParts>
    <vt:vector size="18" baseType="lpstr">
      <vt:lpstr>Aptos</vt:lpstr>
      <vt:lpstr>Aptos Display</vt:lpstr>
      <vt:lpstr>Arial</vt:lpstr>
      <vt:lpstr>Tema di Office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Antonio Piemontese</dc:creator>
  <cp:lastModifiedBy>Antonio Piemontese</cp:lastModifiedBy>
  <cp:revision>1</cp:revision>
  <dcterms:created xsi:type="dcterms:W3CDTF">2026-07-15T21:51:17Z</dcterms:created>
  <dcterms:modified xsi:type="dcterms:W3CDTF">2026-07-15T22:19:26Z</dcterms:modified>
</cp:coreProperties>
</file>